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77A9A"/>
              </a:solidFill>
              <a:effectLst/>
            </c:spPr>
          </c:dPt>
          <c:dPt>
            <c:idx val="1"/>
            <c:bubble3D val="0"/>
            <c:spPr>
              <a:solidFill>
                <a:srgbClr val="C67B7B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남</c:v>
                </c:pt>
                <c:pt idx="1">
                  <c:v>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세대</c:v>
                </c:pt>
              </c:strCache>
            </c:strRef>
          </c:tx>
          <c:spPr>
            <a:solidFill>
              <a:srgbClr val="52525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151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Z세대(1996-2004)</c:v>
                  </c:pt>
                  <c:pt idx="1">
                    <c:v>후기 밀레니얼(1989-1995)</c:v>
                  </c:pt>
                  <c:pt idx="2">
                    <c:v>전기 밀레니얼(1981-1988)</c:v>
                  </c:pt>
                  <c:pt idx="3">
                    <c:v>X세대(1970-1980)</c:v>
                  </c:pt>
                  <c:pt idx="4">
                    <c:v>86세대(1964-1969)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18.3</c:v>
                </c:pt>
                <c:pt idx="1">
                  <c:v>24.3</c:v>
                </c:pt>
                <c:pt idx="2">
                  <c:v>25.8</c:v>
                </c:pt>
                <c:pt idx="3">
                  <c:v>26.5</c:v>
                </c:pt>
                <c:pt idx="4">
                  <c:v>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5151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5151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직책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77A9A"/>
              </a:solidFill>
              <a:effectLst/>
            </c:spPr>
          </c:dPt>
          <c:dPt>
            <c:idx val="1"/>
            <c:bubble3D val="0"/>
            <c:spPr>
              <a:solidFill>
                <a:srgbClr val="C67B7B"/>
              </a:solidFill>
              <a:effectLst/>
            </c:spPr>
          </c:dPt>
          <c:dPt>
            <c:idx val="2"/>
            <c:bubble3D val="0"/>
            <c:spPr>
              <a:solidFill>
                <a:srgbClr val="6E9A78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임원급</c:v>
                </c:pt>
                <c:pt idx="1">
                  <c:v>관리자급</c:v>
                </c:pt>
                <c:pt idx="2">
                  <c:v>실무자급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4.2</c:v>
                </c:pt>
                <c:pt idx="1">
                  <c:v>29.2</c:v>
                </c:pt>
                <c:pt idx="2">
                  <c:v>66.6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</a:rPr>
              <a:t>성별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 = 1000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</a:rPr>
              <a:t>세대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 = 1000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109728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</a:rPr>
              <a:t>직책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Q. 귀하의 기업 내 직책은 어디에 해당하나요?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 = 1000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2026-05-05T16:30:42Z</dcterms:created>
  <dcterms:modified xsi:type="dcterms:W3CDTF">2026-05-05T16:30:42Z</dcterms:modified>
</cp:coreProperties>
</file>